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CA1 asked whether RL could beat simple solar self-consumption. CA2 asks whether forward-looking price information helps a tabular agent time grid arbitrage — and we tested that with a deployed digital twin. Nathan introduces the team and problem; Nadeesha owns the experiment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problem: solar self-use is easy with rules; profitable timing needs the future. Our experiment isolates information — not just another algorithm tweak. Emphasise: more actions without matching information can raise the household bill.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agent is the battery controller; the environment is the simulated household and grid. Five actions make price actionable. Privileged agents get a three-bin price-direction feature over the next four hours. State grows from 540 to 1620. Reward is negative adjusted electricity cost, including cycling cost and terminal SOC valuation — so Q-Learning maximises reward by minimising cost. Learning uses a Q(s,a) table, ε-greedy exploration in training, and an argmax evaluation policy, with updates controlled by α and γ. Tabular Q-Learning keeps state–action values directly inspectable; deep RL becomes useful if the state space grows substantially.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Fairness is the point: retrain and evaluate everything under wholesale export. Headline numbers use Privileged Q with the true four-hour direction signal — an oracle-style probe of that feature. Realistic climatology + persistence forecasting is available in the deployment and experiment runner, but it is not the source of the 139.68 AUD headline. Do not mix these AUD totals with older fixed-FiT CA2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Aggregate results across 53 held-out days. Greedy 90.39 is the best evaluated deployable controller. Current Q about 124; Privileged true-direction about 140. Greedy wins 96% of days. True four-hour direction alone did not help — privileged used arbitrage more and still cost more. The hypothesis was not supported under this experimental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required CA2 theory-versus-deployed story: perfect information sets a lower-cost bound; deployable policies sit above it; a coarse three-bin direction feature did not close the gap. Import pays wholesale plus 0.22 while export pays wholesale, so round-trip sell is hard; profitable foresight is mostly charge cheap then discharge to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dashboard is the working-deployment mark: Digital Twin, Play vs Agent, curated results, and a live AEMO panel. Ethics is broader than bill harm: transparency of experimental tariff and partial live inputs; privacy and consent for future smart-meter data; fairness of access to batteries and tariffs; generalisability limited to one Ausgrid household and NSW1; safety via SOC and power limits, manual override, and greedy as fallback; and honesty that this is a software twin, not a physical battery. Play vs Agent is an interactive oversight demonstration — not a scientifically fair competition — because the human and privileged agent do not necessarily receive identical foresight.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precise, not generic. Limitations: three-bin direction without magnitude; experimental wholesale export; larger privileged table may under-train at 10k episodes; live feed is price-real and meter-partial. Next step targets magnitude or spread foresight — the bottleneck we identified — and keep greedy as a safety baseline until RL beats it on held-out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in one line: we made arbitrage actionable, tested whether a four-hour three-bin direction feature helps tabular RL, found it does not beat greedy under this setup, and shipped a dashboard that makes that gap visible. Hand to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slide — do not present unless asked. Keep visible only if the panel requests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>
                <a:solidFill>
                  <a:srgbClr val="F59E1A"/>
                </a:solidFill>
                <a:latin typeface="Calibri"/>
              </a:rPr>
              <a:t>GréineQ CA2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8755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>
                <a:solidFill>
                  <a:srgbClr val="F8FAFC"/>
                </a:solidFill>
                <a:latin typeface="Calibri"/>
              </a:rPr>
              <a:t>Tabular RL for solar battery dispatch — when foresight meets the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3268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>
                <a:solidFill>
                  <a:srgbClr val="94A3B8"/>
                </a:solidFill>
                <a:latin typeface="Calibri"/>
              </a:rPr>
              <a:t>Nathan Lucio  ·  [Student No.]  ·  Data &amp; MDP
Nadeesha Jayasuriya  ·  [Student No.]  ·  RL experiment &amp; deployment
B9AI105 Reinforcement Learning  ·  Forecast-information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326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F59E1A"/>
                </a:solidFill>
                <a:latin typeface="Calibri"/>
              </a:rPr>
              <a:t>Slide ownership: Nathan 1–3, 7  |  Nadeesha 4–6, 8–9  |  Demo: Nathan drives · Nadeesha narrates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144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GréineQ  ·  B9AI105 CA2  ·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59E1A"/>
                </a:solidFill>
                <a:latin typeface="Calibri"/>
              </a:rPr>
              <a:t>Problem &amp; CA2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394960" cy="310896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59E1A"/>
                </a:solidFill>
                <a:latin typeface="Calibri"/>
              </a:rPr>
              <a:t>Household decision every 30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•  Use solar / charge / discharge — easy with rules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•  Buy low / use or sell later — needs future price timing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•  Richer action space without matching information can raise the bill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960120"/>
            <a:ext cx="5577840" cy="310896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09728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59E1A"/>
                </a:solidFill>
                <a:latin typeface="Calibri"/>
              </a:rPr>
              <a:t>CA2 research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512064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Does a short three-bin price-direction foresight feature help tabular RL beat a strong greedy baseline under a fair, arbitrage-capable MDP?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7680"/>
            <a:ext cx="11155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Why it matters for deployment: capability without information quality is an ethics and safety risk — we treat that as part of the CA2 story, not a side note.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9144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GréineQ  ·  B9AI105 CA2  ·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59E1A"/>
                </a:solidFill>
                <a:latin typeface="Calibri"/>
              </a:rPr>
              <a:t>MDP — agent, environment,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005840"/>
            <a:ext cx="2926080" cy="1005840"/>
          </a:xfrm>
          <a:prstGeom prst="roundRect">
            <a:avLst/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14300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59E1A"/>
                </a:solidFill>
                <a:latin typeface="Calibri"/>
              </a:rPr>
              <a:t>AGENT
Battery controller (Q-Learning)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005840"/>
            <a:ext cx="3108960" cy="1005840"/>
          </a:xfrm>
          <a:prstGeom prst="roundRect">
            <a:avLst/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1430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59E1A"/>
                </a:solidFill>
                <a:latin typeface="Calibri"/>
              </a:rPr>
              <a:t>ENVIRONMENT
Simulated household +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051560"/>
            <a:ext cx="3474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action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508760"/>
            <a:ext cx="3474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← state, reward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11155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•  State: SOC × PV × load × price × time-of-day (+ foresight bin for privileged) — Current 540 · Privileged 1620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•  Actions (5): Hold · Solar charge · Discharge · Grid-charge · Export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•  Reward = negative adjusted electricity cost, including battery cycling cost and terminal SOC valuation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•  Learning: Q(s,a) value table · ε-greedy training exploration · argmax evaluation policy · updates controlled by α and γ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•  Tariff honesty (experimental): retail import = wholesale + margin; export priced at wholesale — not a household FiT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•  Data: Ausgrid Customer 1 + AEMO NSW1 · one day = 48 half-hour steps · chronological train/val/test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9144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GréineQ  ·  B9AI105 CA2  ·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59E1A"/>
                </a:solidFill>
                <a:latin typeface="Calibri"/>
              </a:rPr>
              <a:t>Experiment design — fair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Same physics, same tariff, same held-out test days  ·  Q-Learning 10k episodes × 5 seeds (42–46)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029200" cy="347472"/>
          </a:xfrm>
          <a:prstGeom prst="rect">
            <a:avLst/>
          </a:prstGeom>
          <a:solidFill>
            <a:srgbClr val="F59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32120" y="1325880"/>
            <a:ext cx="6126480" cy="347472"/>
          </a:xfrm>
          <a:prstGeom prst="rect">
            <a:avLst/>
          </a:prstGeom>
          <a:solidFill>
            <a:srgbClr val="F59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70D1A"/>
                </a:solidFill>
                <a:latin typeface="Calibri"/>
              </a:rPr>
              <a:t>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1371600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70D1A"/>
                </a:solidFill>
                <a:latin typeface="Calibri"/>
              </a:rPr>
              <a:t>Information used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09928"/>
            <a:ext cx="5029200" cy="347472"/>
          </a:xfrm>
          <a:prstGeom prst="rect">
            <a:avLst/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32120" y="1709928"/>
            <a:ext cx="6126480" cy="347472"/>
          </a:xfrm>
          <a:prstGeom prst="rect">
            <a:avLst/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55648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8FAFC"/>
                </a:solidFill>
                <a:latin typeface="Calibri"/>
              </a:rPr>
              <a:t>Greedy (5-action)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1755648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8FAFC"/>
                </a:solidFill>
                <a:latin typeface="Calibri"/>
              </a:rPr>
              <a:t>Current state + price heuristics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93976"/>
            <a:ext cx="5029200" cy="347472"/>
          </a:xfrm>
          <a:prstGeom prst="rect">
            <a:avLst/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32120" y="2093976"/>
            <a:ext cx="6126480" cy="347472"/>
          </a:xfrm>
          <a:prstGeom prst="rect">
            <a:avLst/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39696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8FAFC"/>
                </a:solidFill>
                <a:latin typeface="Calibri"/>
              </a:rPr>
              <a:t>Current 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139696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8FAFC"/>
                </a:solidFill>
                <a:latin typeface="Calibri"/>
              </a:rPr>
              <a:t>Current state 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78024"/>
            <a:ext cx="5029200" cy="347472"/>
          </a:xfrm>
          <a:prstGeom prst="rect">
            <a:avLst/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32120" y="2478024"/>
            <a:ext cx="6126480" cy="347472"/>
          </a:xfrm>
          <a:prstGeom prst="rect">
            <a:avLst/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523744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8FAFC"/>
                </a:solidFill>
                <a:latin typeface="Calibri"/>
              </a:rPr>
              <a:t>Privileged Q — true 4h direction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2523744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8FAFC"/>
                </a:solidFill>
                <a:latin typeface="Calibri"/>
              </a:rPr>
              <a:t>Current + true next-4h direction (3 bins)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62072"/>
            <a:ext cx="5029200" cy="347472"/>
          </a:xfrm>
          <a:prstGeom prst="rect">
            <a:avLst/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32120" y="2862072"/>
            <a:ext cx="6126480" cy="347472"/>
          </a:xfrm>
          <a:prstGeom prst="rect">
            <a:avLst/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907792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8FAFC"/>
                </a:solidFill>
                <a:latin typeface="Calibri"/>
              </a:rPr>
              <a:t>Perfect-info bound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2907792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8FAFC"/>
                </a:solidFill>
                <a:latin typeface="Calibri"/>
              </a:rPr>
              <a:t>Full future prices (benchmark only)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47472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•  Privileged signal: max(price next 8 half-hours) − current → FALL_OR_FLAT / MODERATE_RISE / STRONG_RISE (train-only tertiles)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•  Headline results use the true four-hour direction signal (information probe on that feature)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•  Realistic forecast mode (climatology + persistence) is available in deployment/runner — not the source of these headline AUD totals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•  Fairness rule: do not mix with older fixed-FiT CA2 numbers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9144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GréineQ  ·  B9AI105 CA2  ·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59E1A"/>
                </a:solidFill>
                <a:latin typeface="Calibri"/>
              </a:rPr>
              <a:t>Aggregate results — 53 held-out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Wholesale-export setting  ·  Privileged Q = true four-hour direction (mean ± std over 5 seeds where shown)</a:t>
            </a:r>
          </a:p>
        </p:txBody>
      </p:sp>
      <p:pic>
        <p:nvPicPr>
          <p:cNvPr id="5" name="Picture 4" descr="ca2_net_cost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11155680" cy="4462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212080"/>
            <a:ext cx="111556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8FAFC"/>
                </a:solidFill>
                <a:latin typeface="Calibri"/>
              </a:rPr>
              <a:t>Win rate: Greedy 96.2% · Current Q 3.8% · Privileged (true direction) 0%
Finding: a three-bin future-direction feature alone was not enough — Privileged used arbitrage more and still cost more.
Labels: no-battery reference · perfect-information lower-cost bound · greedy = best evaluated deployable controller.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144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GréineQ  ·  B9AI105 CA2  ·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59E1A"/>
                </a:solidFill>
                <a:latin typeface="Calibri"/>
              </a:rPr>
              <a:t>Theory vs deployed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59E1A"/>
                </a:solidFill>
                <a:latin typeface="Calibri"/>
              </a:rPr>
              <a:t>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•  Perfect information sets a lower-cost bound (~74.9 AUD)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•  Foresight should help timing of grid-charge / discharge-to-load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•  Larger action space increases capability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59E1A"/>
                </a:solidFill>
                <a:latin typeface="Calibri"/>
              </a:rPr>
              <a:t>Deployed reality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•  Best evaluated deployable policy is still greedy (~90.4 AUD)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•  Three-bin direction ≠ magnitude or load-aware value of charging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•  More arbitrage actions without matching info → higher bill (~140 AUD)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9144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GréineQ  ·  B9AI105 CA2  ·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59E1A"/>
                </a:solidFill>
                <a:latin typeface="Calibri"/>
              </a:rPr>
              <a:t>Working deployment &amp; ethics</a:t>
            </a:r>
          </a:p>
        </p:txBody>
      </p:sp>
      <p:pic>
        <p:nvPicPr>
          <p:cNvPr id="4" name="Picture 3" descr="ca2_dashboard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5669280" cy="35077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92040"/>
            <a:ext cx="55778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Twin · Play (oversight) · Results · Live AEMO
Landing animation = heuristic preview, not trained 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9601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F59E1A"/>
                </a:solidFill>
                <a:latin typeface="Calibri"/>
              </a:rPr>
              <a:t>Ethics (broader than bill harm)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3716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•  Transparency: experimental tariff &amp; partial live inputs disclosed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•  Privacy: future smart-meter feeds need consent &amp; security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•  Fairness: batteries / wholesale exposure not equally accessible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•  Generalisability: one Ausgrid household, one NSW region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•  Safety: SOC/power limits, manual override, greedy fallback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•  Hardware: software twin — not a physical battery deployment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•  Play mode = oversight demo, not a scientifically fair contest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9144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GréineQ  ·  B9AI105 CA2  ·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59E1A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59E1A"/>
                </a:solidFill>
                <a:latin typeface="Calibri"/>
              </a:rPr>
              <a:t>Limitations (precise)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•  Three-bin direction, not magnitude or load-aware value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•  Wholesale-export tariff is experimental (not retail FiT)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•  Privileged table 3× larger — may under-train at 10k episodes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•  Live feed is price-real, meter-partial (disclosed)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59E1A"/>
                </a:solidFill>
                <a:latin typeface="Calibri"/>
              </a:rPr>
              <a:t>Next (targeted)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•  Richer foresight: magnitude / spread features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•  Function approximation if state grows further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•  Keep greedy as safety baseline until RL beats it on held-out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9144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GréineQ  ·  B9AI105 CA2  ·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59E1A"/>
                </a:solidFill>
                <a:latin typeface="Calibri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•  CA2 made price actionable (5 actions) and then tested information, not only algorithms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•  Under this wholesale-export setup, greedy remains the best evaluated deployable controller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•  True four-hour three-bin direction did not beat greedy — hypothesis not supported here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•  Digital Twin + Play vs Agent make the theory–deployed gap visible and challengeable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10789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59E1A"/>
                </a:solidFill>
                <a:latin typeface="Calibri"/>
              </a:rPr>
              <a:t>Demo next → Digital Twin comparison · Experiment Results · Play vs Agent (oversight)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GréineQ  ·  B9AI105 CA2  ·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59E1A"/>
                </a:solidFill>
                <a:latin typeface="Calibri"/>
              </a:rPr>
              <a:t>Sources &amp; artefacts (backup — do not present)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•  Ausgrid Solar Home Electricity Data (half-hourly PV / load)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•  AEMO NSW1 regional reference price (RRP)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•  Experiment outputs: results/logs/forecast_exp_*.csv · results/models/Q_q_learning_*_forecast_exp_*.npy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•  Findings: deliverables/notebooklm/CA2_Forecast_Info_Experiment_Findings.md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•  Local dashboard: http://localhost:8501  (prefer over production mirror)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•  Repo branch: ca2_agent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GréineQ  ·  B9AI105 CA2  ·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